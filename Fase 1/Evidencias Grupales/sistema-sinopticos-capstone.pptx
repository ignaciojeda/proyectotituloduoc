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6809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412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016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3619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9222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4825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0428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56032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81635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7238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32841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58444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09651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35254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86460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3619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9222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4825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0428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35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238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841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9651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5254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7667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3270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873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5683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1286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6889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2492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3699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9302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4905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0508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112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50292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2A3A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31720" y="502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ASIGNATURA CAPSTONE  /  FASE 1  /  PROYECTO APT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1234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</a:t>
            </a:r>
            <a:endParaRPr lang="en-US" sz="4400" dirty="0"/>
          </a:p>
        </p:txBody>
      </p:sp>
      <p:sp>
        <p:nvSpPr>
          <p:cNvPr id="61" name="Text 59"/>
          <p:cNvSpPr/>
          <p:nvPr/>
        </p:nvSpPr>
        <p:spPr>
          <a:xfrm>
            <a:off x="365760" y="20116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Sinopticos</a:t>
            </a:r>
            <a:endParaRPr lang="en-US" sz="6400" dirty="0"/>
          </a:p>
        </p:txBody>
      </p:sp>
      <p:sp>
        <p:nvSpPr>
          <p:cNvPr id="62" name="Shape 60"/>
          <p:cNvSpPr/>
          <p:nvPr/>
        </p:nvSpPr>
        <p:spPr>
          <a:xfrm>
            <a:off x="4160520" y="3337560"/>
            <a:ext cx="82296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del proceso multisede basado en macros de Excel por una plataforma centralizada, rapida y editable.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423160" y="406908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92024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Ojeda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069080" y="406908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56616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Navarro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715000" y="406908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21208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Gallardo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INGENIERIA EN INFORMATICA  /  INSTITUTO PROFESIONAL DUOC UC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da origen al proyecto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de coordinacion academica de todas las sedes dependen de este proceso cada semestre para planificar asignaturas, docentes y salas.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36576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100% manual en Excel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macro conecta y vincula los libros de todas las sedes para armar los sinopticos.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4688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74720" y="3154680"/>
            <a:ext cx="36576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Lentitud y bloqueos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o cambio obliga a abrir varios libros a la vez; el sistema se queda pegado.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4688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355080" y="3154680"/>
            <a:ext cx="36576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permite editar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forma directa de modificar la informacion una vez cargada.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el proyecto y por que importa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HACE EL SISTEMA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demo funcional que centraliza los sinopticos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cargar, consultar y editar sinopticos (horarios) en reemplazo de la macro de Excel actual. Se apoya en una base de datos relacional unica -en lugar de multiples archivos interconectados- resolviendo la lentitud y habilitando edicion directa mediante una interfaz con vista de calendario.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F2A35"/>
          </a:solidFill>
          <a:ln w="63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edicion agil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RELEVANCIA PARA EL CAMPO LABORAL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perfil de egreso en un caso real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 un proceso administrativo transversal a todas las sedes: la planificacion academica de cada semestre. Exige modelado de datos, arquitectura de software y gestion de proyectos TI - competencias directamente demandadas por la industria.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46177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3A1F12"/>
          </a:solidFill>
          <a:ln w="635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institucional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 DE EGRESO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que el proyecto pone en practica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sistema completo exige aplicar las tres areas clave del perfil de egreso en conjunto.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Disenar un modelo de datos relacional escalable que represente sedes, carreras, docentes, salas y bloques horarios.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28600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5603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solucion de software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Sistematizar el proceso de desarrollo (backend + frontend) asegurando el logro de los objetivos definidos.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5603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informaticos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al equipo y tomar decisiones de alcance para la demo bajo un marco de trabajo agil.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VIABILIDAD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de desarrollo en el semestre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75688" cy="2011680"/>
          </a:xfrm>
          <a:prstGeom prst="roundRect">
            <a:avLst>
              <a:gd name="adj" fmla="val 5455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7432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distribuir el trabajo entre modelo de datos, backend y frontend.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1920240"/>
            <a:ext cx="2075688" cy="2011680"/>
          </a:xfrm>
          <a:prstGeom prst="roundRect">
            <a:avLst>
              <a:gd name="adj" fmla="val 5455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05740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2715768" y="2743200"/>
            <a:ext cx="27432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834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gratuito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15768" y="329184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PostgreSQL, sin costos de licencia ni curva excesiva.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0016" y="1920240"/>
            <a:ext cx="2075688" cy="2011680"/>
          </a:xfrm>
          <a:prstGeom prst="roundRect">
            <a:avLst>
              <a:gd name="adj" fmla="val 5455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05740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4882896" y="2743200"/>
            <a:ext cx="27432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834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simulados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2896" y="329184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 informacion real de todas las sedes para avanzar.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67144" y="1920240"/>
            <a:ext cx="2075688" cy="2011680"/>
          </a:xfrm>
          <a:prstGeom prst="roundRect">
            <a:avLst>
              <a:gd name="adj" fmla="val 5455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205740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7050024" y="2743200"/>
            <a:ext cx="274320" cy="228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834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validado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50024" y="329184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y la necesidad fueron entregados por el solicitante.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principal: </a:t>
            </a:r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coordinacion de horarios entre los 3 integrantes, mitigado con reuniones semanales fijas y tablero de tareas compartido.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PROPOSITO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 APT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GENERAL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demo funcional de un sistema web para la </a:t>
            </a:r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generacion, consulta y edicion de sinopticos</a:t>
            </a:r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centralice la informacion de todas las sedes en una base de datos unica, garantizando tiempos de respuesta rapidos y estables.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1554480"/>
          </a:xfrm>
          <a:prstGeom prst="roundRect">
            <a:avLst>
              <a:gd name="adj" fmla="val 7059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 ESPECIFICOS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566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Disenar un modelo de datos relacional (sedes, carreras, secciones, docentes, salas, bloques horarios).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backend con una API que gestione la carga, consulta y edicion de la informacion.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interfaz web tipo calendario para visualizar y editar los sinopticos.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389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desempeno demostrando tiempos de respuesta adecuados y ausencia de bloqueos.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agil con Scrum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cortos con entregas incrementales, priorizacion continua y retroalimentacion constante del docente guia.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95728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F1424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957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backlog y valida cada incremento con el docente guia.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27248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F1424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272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319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las ceremonias y remueve obstaculos del equipo.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58768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F1424"/>
          </a:solidFill>
          <a:ln w="9525">
            <a:solidFill>
              <a:srgbClr val="B79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58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Ignacio, Sebastian y Gonzalo - todos codesarrollan backend, frontend y pruebas.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de PO y SM rotan entre los integrantes en cada sprint.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50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2402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350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951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0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10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8463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200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310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9516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420624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426110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251A40"/>
          </a:solidFill>
          <a:ln w="6350">
            <a:solidFill>
              <a:srgbClr val="B794F6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611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97880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 por iteracion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PLANIFICACION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del semestre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14630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Competencia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Actividad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Duracion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Diseno del modelo relacional (ER) y definicion del esquema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9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5-6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D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Implementacion del backend y API (Django)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9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7-9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Rotativo por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D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Implementacion del frontend tipo calendario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9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9-11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Rotativo por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de integracion y ajustes de rendimiento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9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12-14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final y preparacion de la presentacion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9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15-17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343400"/>
            <a:ext cx="54864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</a:t>
            </a:r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alcance ya validados.  /  </a:t>
            </a:r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horaria, mitigada con Scrum.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- 18 semanas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7848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1376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8432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1960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9016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544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9600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3128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0184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3712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0768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42960" y="1874520"/>
            <a:ext cx="33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 del proyecto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5234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8762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290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5818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9346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2874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6402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930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458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986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514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042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098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626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8154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682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2104" y="214884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52344" y="2139696"/>
            <a:ext cx="1322832" cy="219456"/>
          </a:xfrm>
          <a:prstGeom prst="roundRect">
            <a:avLst>
              <a:gd name="adj" fmla="val 20833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52344" y="2139696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24323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arquitectura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5234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8762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2290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5818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9346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2874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6402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9930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3458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6986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0514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4042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7570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1098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4626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8154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1682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52104" y="247802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93464" y="2468880"/>
            <a:ext cx="652272" cy="219456"/>
          </a:xfrm>
          <a:prstGeom prst="roundRect">
            <a:avLst>
              <a:gd name="adj" fmla="val 20833"/>
            </a:avLst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93464" y="2468880"/>
            <a:ext cx="65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6576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1-2: Backend / API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5234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762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2290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5818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9346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2874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6402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9930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3458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986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0514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042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7570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11098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4626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8154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1682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52104" y="2807208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64024" y="2798064"/>
            <a:ext cx="1322832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64024" y="2798064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API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65760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Frontend calendario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5234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8762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2290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5818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9346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2874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6402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09930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3458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76986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0514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4042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7570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1098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4626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8154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1682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52104" y="3136392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769864" y="3127248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10D88E"/>
          </a:solidFill>
          <a:ln w="12700">
            <a:solidFill>
              <a:srgbClr val="10D88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769864" y="31272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365760" y="3419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Pruebas e integracion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75234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8762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42290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75818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09346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2874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6402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9930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3458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6986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0514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4042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77570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11098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4626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78154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11682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52104" y="3465576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75704" y="345643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775704" y="34564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36576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275234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8762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42290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75818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09346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2874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6402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9930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3458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76986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0514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44042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7570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11098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4626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78154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11682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452104" y="3794760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781544" y="3785616"/>
            <a:ext cx="652272" cy="219456"/>
          </a:xfrm>
          <a:prstGeom prst="roundRect">
            <a:avLst>
              <a:gd name="adj" fmla="val 20833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781544" y="3785616"/>
            <a:ext cx="65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365760" y="4078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a comision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275234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8762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42290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5818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09346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42874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76402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09930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3458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6986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0514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4042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7570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11098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44626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78154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11682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452104" y="4123944"/>
            <a:ext cx="316992" cy="201168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452104" y="4114800"/>
            <a:ext cx="316992" cy="219456"/>
          </a:xfrm>
          <a:prstGeom prst="roundRect">
            <a:avLst>
              <a:gd name="adj" fmla="val 20833"/>
            </a:avLst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452104" y="4114800"/>
            <a:ext cx="31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SEGUIMIENTO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avance y final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Evidencia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Descripcion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Git publico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commits, backlog y tableros de sprint de Scrum, disponibles desde el inicio de la Fase 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de diseno (parcial)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datos (ER) y arquitectura preliminar de la solucion.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D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Aplicacion funcional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desplegada con Docker: carga, consulta y edicion de sinopticos.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D8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tecnico y README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de instalacion, ejecucion local y variables de entorno.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evidencia se acordara formalmente con el docente guia al inicio de la Fase 2.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COLABORACION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trabaja el equipo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48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F1424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semanales fijas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33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Sincronizacion de avances y bloqueos, alineadas a las ceremonias de Scrum.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F1424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tareas compartido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2633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visual del backlog y del progreso de cada sprint.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566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F1424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rotativos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50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y Scrum Master rotan por sprint; todos codesarrollan la solucion.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566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F1424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comun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4050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publica y trazable del aporte individual de cada integrante.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09728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 /  FASE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200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1100" b="1" spc="200" kern="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 con los intereses profesionales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48840"/>
            <a:ext cx="502920" cy="50292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Ojeda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- SAP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2286000" cy="9144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desempenia como supervisor en un entorno que utiliza SAP, lo que desperto un interes concreto por optimizar procesos de gestion y sistemas de informacion dentro de organizaciones. Este proyecto permite abordar esa misma clase de problema desde el rol de desarrollador."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14884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Navarro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y software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788920"/>
            <a:ext cx="2286000" cy="9144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"Interesado en el desarrollo de software y el trabajo con datos, ambito en el que ya ha participado en proyectos de analisis y modelamiento. El proyecto le permite profundizar en el diseno de sistemas y en la construccion de soluciones completas de extremo a extremo."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31A2E"/>
          </a:solidFill>
          <a:ln w="9525">
            <a:solidFill>
              <a:srgbClr val="1F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10D88E"/>
          </a:solidFill>
          <a:ln w="12700">
            <a:solidFill>
              <a:srgbClr val="10D8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Gallardo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 web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2788920"/>
            <a:ext cx="2286000" cy="9144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"Motivado por el desarrollo de aplicaciones web y la resolucion de problemas reales de organizaciones, ve en este proyecto la oportunidad de aplicar buenas practicas de ingenieria de software en un caso con impacto institucional concreto."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6809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412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016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3619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9222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4825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0428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56032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81635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7238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32841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58444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096512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352544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864608"/>
            <a:ext cx="9144000" cy="4572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3619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9222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4825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0428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35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238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841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9651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5254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7667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3270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873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5683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1286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6889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2492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36992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93024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49056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05088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1120" y="0"/>
            <a:ext cx="4572" cy="5143500"/>
          </a:xfrm>
          <a:prstGeom prst="rect">
            <a:avLst/>
          </a:prstGeom>
          <a:solidFill>
            <a:srgbClr val="1F2A4A">
              <a:alpha val="3000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9144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2000" dirty="0"/>
          </a:p>
        </p:txBody>
      </p:sp>
      <p:sp>
        <p:nvSpPr>
          <p:cNvPr id="59" name="Shape 57"/>
          <p:cNvSpPr/>
          <p:nvPr/>
        </p:nvSpPr>
        <p:spPr>
          <a:xfrm>
            <a:off x="4160520" y="2423160"/>
            <a:ext cx="822960" cy="45720"/>
          </a:xfrm>
          <a:prstGeom prst="rect">
            <a:avLst/>
          </a:prstGeom>
          <a:solidFill>
            <a:srgbClr val="B794F6"/>
          </a:solidFill>
          <a:ln w="12700">
            <a:solidFill>
              <a:srgbClr val="B79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560320" y="324612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7830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Ojeda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0" y="324612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3375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Navarro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0" y="324612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89204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Gallardo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INGENIERIA EN INFORMATICA  /  INSTITUTO PROFESIONAL DUOC UC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5A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Instituto Profesional 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Sinopticos - Capstone Duoc UC</dc:title>
  <dc:subject>Proyecto APT - Fase 1</dc:subject>
  <dc:creator>Ignacio Ojeda, Sebastian Navarro, Gonzalo Gallardo</dc:creator>
  <cp:lastModifiedBy>Ignacio Ojeda, Sebastian Navarro, Gonzalo Gallardo</cp:lastModifiedBy>
  <cp:revision>1</cp:revision>
  <dcterms:created xsi:type="dcterms:W3CDTF">2026-08-31T02:22:41Z</dcterms:created>
  <dcterms:modified xsi:type="dcterms:W3CDTF">2026-08-31T02:22:41Z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{"Label":"1","ContentProducer":"MiniMax AI","ProduceID":"user:541779878816399369/node:436537376850190/ts:1788143000996","ReservedCode1":"","ContentPropagator":"MiniMax AI","PropagateID":"user:541779878816399369/node:436537376850190/ts:1788143000996","ReservedCode2":""}</vt:lpwstr>
  </property>
</Properties>
</file>